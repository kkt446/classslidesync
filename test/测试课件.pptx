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B1C1E"/>
                </a:solidFill>
                <a:latin typeface="Microsoft YaHei"/>
              </a:rPr>
              <a:t>课件续页 · 测试课件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共 10 页，每页一个大页码、一种底色。</a:t>
            </a:r>
          </a:p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用法：放映这份课件，看屏幕边上的卡片；</a:t>
            </a:r>
          </a:p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翻几页、把卡片收起、结束放映；</a:t>
            </a:r>
          </a:p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再打开同一份文件，卡片应当写「上次停在第 N 页」，</a:t>
            </a:r>
          </a:p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点那一行就直接跳到第 N 页。</a:t>
            </a:r>
          </a:p>
          <a:p>
            <a:pPr algn="l"/>
            <a:r>
              <a:rPr sz="1700" b="0">
                <a:solidFill>
                  <a:srgbClr val="44474D"/>
                </a:solidFill>
                <a:latin typeface="Microsoft YaHei"/>
              </a:rPr>
              <a:t>（这一页是第 1 页，往下都是带大页码的页。）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C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2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3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4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4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5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6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C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7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8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4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9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AF0"/>
                </a:solidFill>
                <a:latin typeface="Microsoft YaHei"/>
              </a:rPr>
              <a:t>课件续页 · 测试课件　第 10 页 / 共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